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8" r:id="rId3"/>
    <p:sldId id="259" r:id="rId4"/>
    <p:sldId id="273" r:id="rId5"/>
    <p:sldId id="274" r:id="rId6"/>
    <p:sldId id="275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6858000" cy="9144000"/>
  <p:embeddedFontLst>
    <p:embeddedFont>
      <p:font typeface="Old Standard TT" pitchFamily="2" charset="77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6489"/>
  </p:normalViewPr>
  <p:slideViewPr>
    <p:cSldViewPr snapToGrid="0">
      <p:cViewPr varScale="1">
        <p:scale>
          <a:sx n="160" d="100"/>
          <a:sy n="160" d="100"/>
        </p:scale>
        <p:origin x="36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indhar Mamidi" userId="baeb93af-f31c-4cfc-a86f-10a1b993aa5c" providerId="ADAL" clId="{6A77E5AF-B8B3-534C-8D4B-F234437B9B8D}"/>
    <pc:docChg chg="modSld">
      <pc:chgData name="Phanindhar Mamidi" userId="baeb93af-f31c-4cfc-a86f-10a1b993aa5c" providerId="ADAL" clId="{6A77E5AF-B8B3-534C-8D4B-F234437B9B8D}" dt="2025-05-11T00:00:56.877" v="38" actId="20577"/>
      <pc:docMkLst>
        <pc:docMk/>
      </pc:docMkLst>
      <pc:sldChg chg="modSp mod">
        <pc:chgData name="Phanindhar Mamidi" userId="baeb93af-f31c-4cfc-a86f-10a1b993aa5c" providerId="ADAL" clId="{6A77E5AF-B8B3-534C-8D4B-F234437B9B8D}" dt="2025-05-11T00:00:56.877" v="38" actId="20577"/>
        <pc:sldMkLst>
          <pc:docMk/>
          <pc:sldMk cId="0" sldId="256"/>
        </pc:sldMkLst>
        <pc:spChg chg="mod">
          <ac:chgData name="Phanindhar Mamidi" userId="baeb93af-f31c-4cfc-a86f-10a1b993aa5c" providerId="ADAL" clId="{6A77E5AF-B8B3-534C-8D4B-F234437B9B8D}" dt="2025-05-11T00:00:56.877" v="38" actId="20577"/>
          <ac:spMkLst>
            <pc:docMk/>
            <pc:sldMk cId="0" sldId="256"/>
            <ac:spMk id="2" creationId="{B5309FC2-3FE3-529D-A8A1-4FEE0D1DB4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e508e365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e508e365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e508e365e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e508e365e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e508e365e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e508e365e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e508e365e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e508e365e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e508e365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e508e365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e508e365e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e508e365e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e508e365e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e508e365e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e508e365e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e508e365e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e508e365e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e508e365e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e508e365e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e508e365e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e508e365e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e508e365e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e508e365e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e508e365e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e508e365e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e508e365e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e508e365e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e508e365e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e508e365e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e508e365e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e508e365e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e508e365e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Class </a:t>
            </a:r>
            <a:r>
              <a:rPr lang="en-GB" dirty="0" err="1"/>
              <a:t>Enrollment</a:t>
            </a:r>
            <a:r>
              <a:rPr lang="en-GB" dirty="0"/>
              <a:t> System</a:t>
            </a: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			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309FC2-3FE3-529D-A8A1-4FEE0D1DB48F}"/>
              </a:ext>
            </a:extLst>
          </p:cNvPr>
          <p:cNvSpPr txBox="1"/>
          <p:nvPr/>
        </p:nvSpPr>
        <p:spPr>
          <a:xfrm>
            <a:off x="4980079" y="2879227"/>
            <a:ext cx="377218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GROUP-4</a:t>
            </a:r>
          </a:p>
          <a:p>
            <a:r>
              <a:rPr lang="en-US" dirty="0">
                <a:solidFill>
                  <a:schemeClr val="bg1"/>
                </a:solidFill>
              </a:rPr>
              <a:t>PHANINDHAR REDDY MAMIDI-700759484</a:t>
            </a:r>
          </a:p>
          <a:p>
            <a:r>
              <a:rPr lang="en-US" dirty="0">
                <a:solidFill>
                  <a:schemeClr val="bg1"/>
                </a:solidFill>
              </a:rPr>
              <a:t>AKSHAYA REDDY GOPIDI       -700762484</a:t>
            </a:r>
          </a:p>
          <a:p>
            <a:r>
              <a:rPr lang="en-US" dirty="0">
                <a:solidFill>
                  <a:schemeClr val="bg1"/>
                </a:solidFill>
              </a:rPr>
              <a:t>UMESH REDDY GADDAM        -700756326</a:t>
            </a:r>
          </a:p>
          <a:p>
            <a:r>
              <a:rPr lang="en-US" dirty="0">
                <a:solidFill>
                  <a:schemeClr val="bg1"/>
                </a:solidFill>
              </a:rPr>
              <a:t>MADHAN REDDY SINGIREDDY PATAK</a:t>
            </a:r>
          </a:p>
          <a:p>
            <a:r>
              <a:rPr lang="en-US" dirty="0">
                <a:solidFill>
                  <a:schemeClr val="bg1"/>
                </a:solidFill>
              </a:rPr>
              <a:t>		               -700773957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152400" y="14827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Schema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875" y="701125"/>
            <a:ext cx="5036050" cy="39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Database Screenshots</a:t>
            </a:r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/>
              <a:t>2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6F49E4-F4F4-875B-D6CD-969847CFA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1171600"/>
            <a:ext cx="4260301" cy="33972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69DA60-D1E1-E08C-F689-2770D0DFC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71599"/>
            <a:ext cx="4572000" cy="33971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5FE0-2F77-46A4-62B5-CCA5AF13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Database Screenshots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9E8EB-837E-C38B-180F-17344EA7E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8EF4D7-ABBA-9F71-A9CA-6FF9E6F10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1" y="1171601"/>
            <a:ext cx="4260300" cy="33972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B64E29-DB4E-3D1D-F359-5318049BD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1171601"/>
            <a:ext cx="4260300" cy="33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2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AC148-525D-DAA5-1E36-37482249B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Database Screenshots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A37C5-57F1-893A-BA89-0860882D4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FB5A4A-479B-69B7-8E1D-4D5E99CFF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71600"/>
            <a:ext cx="4260300" cy="339719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EA8308-52C6-DB66-3C53-6A797EB3E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71600"/>
            <a:ext cx="4260300" cy="339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D765-4C98-13F5-2F96-7E5260DA8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Database Screenshots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18F5-2317-4FD6-6072-E593A52C7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AC0E2C-FB82-BF04-2957-25AE7BA6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71600"/>
            <a:ext cx="4260300" cy="33972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DAA3B9-0F23-2DF1-8FF2-71E0B0D2F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71601"/>
            <a:ext cx="4260300" cy="33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17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 Screenshots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00" y="613200"/>
            <a:ext cx="8520602" cy="423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Admin Dashboard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50" y="613200"/>
            <a:ext cx="8298752" cy="422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Semester Management Page - Admin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50" y="541500"/>
            <a:ext cx="7939292" cy="422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Manage Courses - Admin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600" y="613200"/>
            <a:ext cx="7821952" cy="422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Section Management - Admin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225" y="552200"/>
            <a:ext cx="8056724" cy="422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Enrollment Management - Admin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25" y="565700"/>
            <a:ext cx="8140948" cy="422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Instructors Applications Page - Admin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13" y="613200"/>
            <a:ext cx="8377375" cy="422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 Applications Page - Admin</a:t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413" y="613200"/>
            <a:ext cx="8509169" cy="42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 List Page - Admin</a:t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825" y="613200"/>
            <a:ext cx="8440873" cy="41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 Dashboard - Student</a:t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75" y="613200"/>
            <a:ext cx="8192026" cy="40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Register Course - Student</a:t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175" y="562850"/>
            <a:ext cx="8434529" cy="422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>
            <a:spLocks noGrp="1"/>
          </p:cNvSpPr>
          <p:nvPr>
            <p:ph type="title"/>
          </p:nvPr>
        </p:nvSpPr>
        <p:spPr>
          <a:xfrm>
            <a:off x="237000" y="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Register Course - Student</a:t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175" y="562850"/>
            <a:ext cx="8434529" cy="422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You!!!!</a:t>
            </a:r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Macintosh PowerPoint</Application>
  <PresentationFormat>On-screen Show (16:9)</PresentationFormat>
  <Paragraphs>27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Old Standard TT</vt:lpstr>
      <vt:lpstr>Arial</vt:lpstr>
      <vt:lpstr>Paperback</vt:lpstr>
      <vt:lpstr>Class Enrollment System</vt:lpstr>
      <vt:lpstr>Database Schema</vt:lpstr>
      <vt:lpstr>Database Screenshots</vt:lpstr>
      <vt:lpstr>Database Screenshots</vt:lpstr>
      <vt:lpstr>Database Screenshots</vt:lpstr>
      <vt:lpstr>Database Screenshots</vt:lpstr>
      <vt:lpstr>Application Screenshots</vt:lpstr>
      <vt:lpstr>Admin Dashboard</vt:lpstr>
      <vt:lpstr>Semester Management Page - Admin</vt:lpstr>
      <vt:lpstr>Manage Courses - Admin</vt:lpstr>
      <vt:lpstr>Section Management - Admin</vt:lpstr>
      <vt:lpstr>Enrollment Management - Admin</vt:lpstr>
      <vt:lpstr>Instructors Applications Page - Admin</vt:lpstr>
      <vt:lpstr>Student Applications Page - Admin</vt:lpstr>
      <vt:lpstr>Student List Page - Admin</vt:lpstr>
      <vt:lpstr>Student Dashboard - Student</vt:lpstr>
      <vt:lpstr>Register Course - Student</vt:lpstr>
      <vt:lpstr>Register Course - Student</vt:lpstr>
      <vt:lpstr>Thank You!!!!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Phanindhar Mamidi</cp:lastModifiedBy>
  <cp:revision>1</cp:revision>
  <dcterms:modified xsi:type="dcterms:W3CDTF">2025-05-11T00:01:04Z</dcterms:modified>
</cp:coreProperties>
</file>